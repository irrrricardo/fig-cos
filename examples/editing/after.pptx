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299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ig_cos / canvas-background / 0"/>
          <p:cNvSpPr/>
          <p:nvPr/>
        </p:nvSpPr>
        <p:spPr>
          <a:xfrm>
            <a:off x="0" y="0"/>
            <a:ext cx="12192000" cy="6299200"/>
          </a:xfrm>
          <a:custGeom>
            <a:avLst/>
            <a:gdLst/>
            <a:ahLst/>
            <a:cxnLst/>
            <a:rect l="l" t="t" r="r" b="b"/>
            <a:pathLst>
              <a:path w="100000" h="100000">
                <a:moveTo>
                  <a:pt x="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0" y="10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sp>
        <p:nvSpPr>
          <p:cNvPr id="3" name="fig_cos / title-line-0 / 1"/>
          <p:cNvSpPr txBox="1"/>
          <p:nvPr/>
        </p:nvSpPr>
        <p:spPr>
          <a:xfrm>
            <a:off x="467360" y="247904"/>
            <a:ext cx="5917184" cy="4876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560" b="0" i="0">
                <a:solidFill>
                  <a:srgbClr val="17384D"/>
                </a:solidFill>
                <a:latin typeface="Arial"/>
              </a:rPr>
              <a:t>Editable figure components</a:t>
            </a:r>
          </a:p>
        </p:txBody>
      </p:sp>
      <p:grpSp>
        <p:nvGrpSpPr>
          <p:cNvPr id="63" name="Figure component: dna-panel"/>
          <p:cNvGrpSpPr/>
          <p:nvPr/>
        </p:nvGrpSpPr>
        <p:grpSpPr>
          <a:xfrm>
            <a:off x="467360" y="975360"/>
            <a:ext cx="5445760" cy="4267200"/>
            <a:chOff x="467360" y="975360"/>
            <a:chExt cx="5445760" cy="4267200"/>
          </a:xfrm>
        </p:grpSpPr>
        <p:sp>
          <p:nvSpPr>
            <p:cNvPr id="4" name="fig_cos / dna-frame-shape / 2"/>
            <p:cNvSpPr/>
            <p:nvPr/>
          </p:nvSpPr>
          <p:spPr>
            <a:xfrm>
              <a:off x="467360" y="975360"/>
              <a:ext cx="5405120" cy="4267200"/>
            </a:xfrm>
            <a:custGeom>
              <a:avLst/>
              <a:gdLst/>
              <a:ahLst/>
              <a:cxnLst/>
              <a:rect l="l" t="t" r="r" b="b"/>
              <a:pathLst>
                <a:path w="100000" h="100000">
                  <a:moveTo>
                    <a:pt x="4135" y="0"/>
                  </a:moveTo>
                  <a:lnTo>
                    <a:pt x="95865" y="0"/>
                  </a:lnTo>
                  <a:cubicBezTo>
                    <a:pt x="98149" y="0"/>
                    <a:pt x="100000" y="2345"/>
                    <a:pt x="100000" y="5238"/>
                  </a:cubicBezTo>
                  <a:lnTo>
                    <a:pt x="100000" y="94762"/>
                  </a:lnTo>
                  <a:cubicBezTo>
                    <a:pt x="100000" y="97655"/>
                    <a:pt x="98149" y="100000"/>
                    <a:pt x="95865" y="100000"/>
                  </a:cubicBezTo>
                  <a:lnTo>
                    <a:pt x="4135" y="100000"/>
                  </a:lnTo>
                  <a:cubicBezTo>
                    <a:pt x="1851" y="100000"/>
                    <a:pt x="0" y="97655"/>
                    <a:pt x="0" y="94762"/>
                  </a:cubicBezTo>
                  <a:lnTo>
                    <a:pt x="0" y="5238"/>
                  </a:lnTo>
                  <a:cubicBezTo>
                    <a:pt x="0" y="2345"/>
                    <a:pt x="1851" y="0"/>
                    <a:pt x="4135" y="0"/>
                  </a:cubicBezTo>
                  <a:close/>
                </a:path>
              </a:pathLst>
            </a:custGeom>
            <a:solidFill>
              <a:srgbClr val="EFF5F7"/>
            </a:solidFill>
            <a:ln w="20320">
              <a:solidFill>
                <a:srgbClr val="CFDEE5"/>
              </a:solidFill>
            </a:ln>
          </p:spPr>
          <p:txBody>
            <a:bodyPr/>
            <a:lstStyle/>
            <a:p/>
          </p:txBody>
        </p:sp>
        <p:sp>
          <p:nvSpPr>
            <p:cNvPr id="5" name="fig_cos / dna-heading-line-0 / 3"/>
            <p:cNvSpPr txBox="1"/>
            <p:nvPr/>
          </p:nvSpPr>
          <p:spPr>
            <a:xfrm>
              <a:off x="792480" y="1207008"/>
              <a:ext cx="1536192" cy="365760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/>
              <a:r>
                <a:rPr sz="1920" b="0" i="0">
                  <a:solidFill>
                    <a:srgbClr val="17384D"/>
                  </a:solidFill>
                  <a:latin typeface="Arial"/>
                </a:rPr>
                <a:t>DNA helix</a:t>
              </a:r>
            </a:p>
          </p:txBody>
        </p:sp>
        <p:grpSp>
          <p:nvGrpSpPr>
            <p:cNvPr id="62" name="Figure component: dna"/>
            <p:cNvGrpSpPr/>
            <p:nvPr/>
          </p:nvGrpSpPr>
          <p:grpSpPr>
            <a:xfrm>
              <a:off x="859815" y="2354225"/>
              <a:ext cx="4620210" cy="1489150"/>
              <a:chOff x="859815" y="2354225"/>
              <a:chExt cx="4620210" cy="1489150"/>
            </a:xfrm>
          </p:grpSpPr>
          <p:sp>
            <p:nvSpPr>
              <p:cNvPr id="6" name="fig_cos / dna-part-0-0 / 4"/>
              <p:cNvSpPr/>
              <p:nvPr/>
            </p:nvSpPr>
            <p:spPr>
              <a:xfrm>
                <a:off x="1080806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7" name="fig_cos / dna-part-1-0 / 5"/>
              <p:cNvSpPr/>
              <p:nvPr/>
            </p:nvSpPr>
            <p:spPr>
              <a:xfrm>
                <a:off x="1268451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8" name="fig_cos / dna-part-2-0 / 6"/>
              <p:cNvSpPr/>
              <p:nvPr/>
            </p:nvSpPr>
            <p:spPr>
              <a:xfrm>
                <a:off x="1456096" y="2410769"/>
                <a:ext cx="50039" cy="1376063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9" name="fig_cos / dna-part-3-0 / 7"/>
              <p:cNvSpPr/>
              <p:nvPr/>
            </p:nvSpPr>
            <p:spPr>
              <a:xfrm>
                <a:off x="1643741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0" name="fig_cos / dna-part-4-0 / 8"/>
              <p:cNvSpPr/>
              <p:nvPr/>
            </p:nvSpPr>
            <p:spPr>
              <a:xfrm>
                <a:off x="1831386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1" name="fig_cos / dna-part-5-0 / 9"/>
              <p:cNvSpPr/>
              <p:nvPr/>
            </p:nvSpPr>
            <p:spPr>
              <a:xfrm>
                <a:off x="2206676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2" name="fig_cos / dna-part-6-0 / 10"/>
              <p:cNvSpPr/>
              <p:nvPr/>
            </p:nvSpPr>
            <p:spPr>
              <a:xfrm>
                <a:off x="2394321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3" name="fig_cos / dna-part-7-0 / 11"/>
              <p:cNvSpPr/>
              <p:nvPr/>
            </p:nvSpPr>
            <p:spPr>
              <a:xfrm>
                <a:off x="2581966" y="2410769"/>
                <a:ext cx="50039" cy="1376063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4" name="fig_cos / dna-part-8-0 / 12"/>
              <p:cNvSpPr/>
              <p:nvPr/>
            </p:nvSpPr>
            <p:spPr>
              <a:xfrm>
                <a:off x="2769611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5" name="fig_cos / dna-part-9-0 / 13"/>
              <p:cNvSpPr/>
              <p:nvPr/>
            </p:nvSpPr>
            <p:spPr>
              <a:xfrm>
                <a:off x="2957256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6" name="fig_cos / dna-part-10-0 / 14"/>
              <p:cNvSpPr/>
              <p:nvPr/>
            </p:nvSpPr>
            <p:spPr>
              <a:xfrm>
                <a:off x="3332546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7" name="fig_cos / dna-part-11-0 / 15"/>
              <p:cNvSpPr/>
              <p:nvPr/>
            </p:nvSpPr>
            <p:spPr>
              <a:xfrm>
                <a:off x="3520191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8" name="fig_cos / dna-part-12-0 / 16"/>
              <p:cNvSpPr/>
              <p:nvPr/>
            </p:nvSpPr>
            <p:spPr>
              <a:xfrm>
                <a:off x="3707836" y="2410769"/>
                <a:ext cx="50039" cy="1376063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19" name="fig_cos / dna-part-13-0 / 17"/>
              <p:cNvSpPr/>
              <p:nvPr/>
            </p:nvSpPr>
            <p:spPr>
              <a:xfrm>
                <a:off x="3895480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0" name="fig_cos / dna-part-14-0 / 18"/>
              <p:cNvSpPr/>
              <p:nvPr/>
            </p:nvSpPr>
            <p:spPr>
              <a:xfrm>
                <a:off x="4083125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0" y="100000"/>
                    </a:moveTo>
                    <a:lnTo>
                      <a:pt x="0" y="0"/>
                    </a:lnTo>
                    <a:lnTo>
                      <a:pt x="100000" y="0"/>
                    </a:lnTo>
                    <a:lnTo>
                      <a:pt x="100000" y="10000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1" name="fig_cos / dna-part-15-0 / 19"/>
              <p:cNvSpPr/>
              <p:nvPr/>
            </p:nvSpPr>
            <p:spPr>
              <a:xfrm>
                <a:off x="4458415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2" name="fig_cos / dna-part-16-0 / 20"/>
              <p:cNvSpPr/>
              <p:nvPr/>
            </p:nvSpPr>
            <p:spPr>
              <a:xfrm>
                <a:off x="4646060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3" name="fig_cos / dna-part-17-0 / 21"/>
              <p:cNvSpPr/>
              <p:nvPr/>
            </p:nvSpPr>
            <p:spPr>
              <a:xfrm>
                <a:off x="4833705" y="2410769"/>
                <a:ext cx="50039" cy="1376063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4" name="fig_cos / dna-part-18-0 / 22"/>
              <p:cNvSpPr/>
              <p:nvPr/>
            </p:nvSpPr>
            <p:spPr>
              <a:xfrm>
                <a:off x="5021350" y="2502952"/>
                <a:ext cx="50039" cy="1191695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5" name="fig_cos / dna-part-19-0 / 23"/>
              <p:cNvSpPr/>
              <p:nvPr/>
            </p:nvSpPr>
            <p:spPr>
              <a:xfrm>
                <a:off x="5208995" y="2754784"/>
                <a:ext cx="50039" cy="68803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0"/>
                    </a:moveTo>
                    <a:lnTo>
                      <a:pt x="100000" y="100000"/>
                    </a:lnTo>
                    <a:lnTo>
                      <a:pt x="0" y="1000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85A6B2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6" name="fig_cos / dna-part-20-0 / 24"/>
              <p:cNvSpPr/>
              <p:nvPr/>
            </p:nvSpPr>
            <p:spPr>
              <a:xfrm>
                <a:off x="859815" y="3040434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8714" y="4027"/>
                    </a:moveTo>
                    <a:lnTo>
                      <a:pt x="11545" y="12424"/>
                    </a:lnTo>
                    <a:lnTo>
                      <a:pt x="14368" y="20719"/>
                    </a:lnTo>
                    <a:lnTo>
                      <a:pt x="17183" y="28825"/>
                    </a:lnTo>
                    <a:lnTo>
                      <a:pt x="19986" y="36667"/>
                    </a:lnTo>
                    <a:lnTo>
                      <a:pt x="22753" y="44090"/>
                    </a:lnTo>
                    <a:lnTo>
                      <a:pt x="25522" y="51146"/>
                    </a:lnTo>
                    <a:lnTo>
                      <a:pt x="28272" y="57704"/>
                    </a:lnTo>
                    <a:lnTo>
                      <a:pt x="30993" y="63693"/>
                    </a:lnTo>
                    <a:lnTo>
                      <a:pt x="33678" y="69046"/>
                    </a:lnTo>
                    <a:lnTo>
                      <a:pt x="36311" y="73708"/>
                    </a:lnTo>
                    <a:lnTo>
                      <a:pt x="38877" y="77624"/>
                    </a:lnTo>
                    <a:lnTo>
                      <a:pt x="41349" y="80764"/>
                    </a:lnTo>
                    <a:lnTo>
                      <a:pt x="43703" y="83118"/>
                    </a:lnTo>
                    <a:lnTo>
                      <a:pt x="45919" y="84718"/>
                    </a:lnTo>
                    <a:lnTo>
                      <a:pt x="48002" y="85625"/>
                    </a:lnTo>
                    <a:lnTo>
                      <a:pt x="50000" y="85916"/>
                    </a:lnTo>
                    <a:lnTo>
                      <a:pt x="51998" y="85625"/>
                    </a:lnTo>
                    <a:lnTo>
                      <a:pt x="54081" y="84718"/>
                    </a:lnTo>
                    <a:lnTo>
                      <a:pt x="56297" y="83118"/>
                    </a:lnTo>
                    <a:lnTo>
                      <a:pt x="58651" y="80764"/>
                    </a:lnTo>
                    <a:lnTo>
                      <a:pt x="61123" y="77624"/>
                    </a:lnTo>
                    <a:lnTo>
                      <a:pt x="63689" y="73708"/>
                    </a:lnTo>
                    <a:lnTo>
                      <a:pt x="66322" y="69046"/>
                    </a:lnTo>
                    <a:lnTo>
                      <a:pt x="69007" y="63693"/>
                    </a:lnTo>
                    <a:lnTo>
                      <a:pt x="71728" y="57704"/>
                    </a:lnTo>
                    <a:lnTo>
                      <a:pt x="74478" y="51146"/>
                    </a:lnTo>
                    <a:lnTo>
                      <a:pt x="77247" y="44092"/>
                    </a:lnTo>
                    <a:lnTo>
                      <a:pt x="80052" y="36559"/>
                    </a:lnTo>
                    <a:lnTo>
                      <a:pt x="82845" y="28749"/>
                    </a:lnTo>
                    <a:lnTo>
                      <a:pt x="85649" y="20668"/>
                    </a:lnTo>
                    <a:lnTo>
                      <a:pt x="88463" y="12401"/>
                    </a:lnTo>
                    <a:lnTo>
                      <a:pt x="91286" y="4027"/>
                    </a:lnTo>
                    <a:cubicBezTo>
                      <a:pt x="91865" y="2310"/>
                      <a:pt x="92751" y="1161"/>
                      <a:pt x="93945" y="581"/>
                    </a:cubicBezTo>
                    <a:cubicBezTo>
                      <a:pt x="95138" y="0"/>
                      <a:pt x="96289" y="157"/>
                      <a:pt x="97398" y="1053"/>
                    </a:cubicBezTo>
                    <a:cubicBezTo>
                      <a:pt x="98507" y="1948"/>
                      <a:pt x="99250" y="3320"/>
                      <a:pt x="99625" y="5167"/>
                    </a:cubicBezTo>
                    <a:cubicBezTo>
                      <a:pt x="100000" y="7014"/>
                      <a:pt x="99898" y="8795"/>
                      <a:pt x="99320" y="10511"/>
                    </a:cubicBezTo>
                    <a:lnTo>
                      <a:pt x="96480" y="18935"/>
                    </a:lnTo>
                    <a:lnTo>
                      <a:pt x="93631" y="27303"/>
                    </a:lnTo>
                    <a:lnTo>
                      <a:pt x="90773" y="35539"/>
                    </a:lnTo>
                    <a:lnTo>
                      <a:pt x="87902" y="43562"/>
                    </a:lnTo>
                    <a:lnTo>
                      <a:pt x="85044" y="51234"/>
                    </a:lnTo>
                    <a:lnTo>
                      <a:pt x="82151" y="58604"/>
                    </a:lnTo>
                    <a:lnTo>
                      <a:pt x="79238" y="65555"/>
                    </a:lnTo>
                    <a:lnTo>
                      <a:pt x="76296" y="72028"/>
                    </a:lnTo>
                    <a:lnTo>
                      <a:pt x="73318" y="77969"/>
                    </a:lnTo>
                    <a:lnTo>
                      <a:pt x="70289" y="83326"/>
                    </a:lnTo>
                    <a:lnTo>
                      <a:pt x="67191" y="88057"/>
                    </a:lnTo>
                    <a:lnTo>
                      <a:pt x="64001" y="92107"/>
                    </a:lnTo>
                    <a:lnTo>
                      <a:pt x="60691" y="95418"/>
                    </a:lnTo>
                    <a:lnTo>
                      <a:pt x="57244" y="97906"/>
                    </a:lnTo>
                    <a:lnTo>
                      <a:pt x="53665" y="99466"/>
                    </a:lnTo>
                    <a:lnTo>
                      <a:pt x="50000" y="100000"/>
                    </a:lnTo>
                    <a:lnTo>
                      <a:pt x="46335" y="99466"/>
                    </a:lnTo>
                    <a:lnTo>
                      <a:pt x="42756" y="97906"/>
                    </a:lnTo>
                    <a:lnTo>
                      <a:pt x="39309" y="95418"/>
                    </a:lnTo>
                    <a:lnTo>
                      <a:pt x="35999" y="92107"/>
                    </a:lnTo>
                    <a:lnTo>
                      <a:pt x="32809" y="88057"/>
                    </a:lnTo>
                    <a:lnTo>
                      <a:pt x="29711" y="83326"/>
                    </a:lnTo>
                    <a:lnTo>
                      <a:pt x="26682" y="77969"/>
                    </a:lnTo>
                    <a:lnTo>
                      <a:pt x="23704" y="72028"/>
                    </a:lnTo>
                    <a:lnTo>
                      <a:pt x="20762" y="65555"/>
                    </a:lnTo>
                    <a:lnTo>
                      <a:pt x="17849" y="58604"/>
                    </a:lnTo>
                    <a:lnTo>
                      <a:pt x="14956" y="51234"/>
                    </a:lnTo>
                    <a:lnTo>
                      <a:pt x="12059" y="43456"/>
                    </a:lnTo>
                    <a:lnTo>
                      <a:pt x="9200" y="35461"/>
                    </a:lnTo>
                    <a:lnTo>
                      <a:pt x="6352" y="27253"/>
                    </a:lnTo>
                    <a:lnTo>
                      <a:pt x="3512" y="18910"/>
                    </a:lnTo>
                    <a:lnTo>
                      <a:pt x="680" y="10511"/>
                    </a:lnTo>
                    <a:cubicBezTo>
                      <a:pt x="102" y="8795"/>
                      <a:pt x="0" y="7014"/>
                      <a:pt x="375" y="5167"/>
                    </a:cubicBezTo>
                    <a:cubicBezTo>
                      <a:pt x="750" y="3320"/>
                      <a:pt x="1493" y="1948"/>
                      <a:pt x="2602" y="1053"/>
                    </a:cubicBezTo>
                    <a:cubicBezTo>
                      <a:pt x="3711" y="157"/>
                      <a:pt x="4862" y="0"/>
                      <a:pt x="6055" y="581"/>
                    </a:cubicBezTo>
                    <a:cubicBezTo>
                      <a:pt x="7249" y="1161"/>
                      <a:pt x="8135" y="2310"/>
                      <a:pt x="8714" y="4027"/>
                    </a:cubicBezTo>
                    <a:close/>
                  </a:path>
                </a:pathLst>
              </a:custGeom>
              <a:solidFill>
                <a:srgbClr val="278B9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7" name="fig_cos / dna-part-21-0 / 25"/>
              <p:cNvSpPr/>
              <p:nvPr/>
            </p:nvSpPr>
            <p:spPr>
              <a:xfrm>
                <a:off x="859815" y="2354225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680" y="89489"/>
                    </a:moveTo>
                    <a:lnTo>
                      <a:pt x="3512" y="81090"/>
                    </a:lnTo>
                    <a:lnTo>
                      <a:pt x="6352" y="72747"/>
                    </a:lnTo>
                    <a:lnTo>
                      <a:pt x="9200" y="64539"/>
                    </a:lnTo>
                    <a:lnTo>
                      <a:pt x="12059" y="56544"/>
                    </a:lnTo>
                    <a:lnTo>
                      <a:pt x="14956" y="48766"/>
                    </a:lnTo>
                    <a:lnTo>
                      <a:pt x="17849" y="41396"/>
                    </a:lnTo>
                    <a:lnTo>
                      <a:pt x="20762" y="34445"/>
                    </a:lnTo>
                    <a:lnTo>
                      <a:pt x="23704" y="27972"/>
                    </a:lnTo>
                    <a:lnTo>
                      <a:pt x="26682" y="22031"/>
                    </a:lnTo>
                    <a:lnTo>
                      <a:pt x="29711" y="16674"/>
                    </a:lnTo>
                    <a:lnTo>
                      <a:pt x="32809" y="11943"/>
                    </a:lnTo>
                    <a:lnTo>
                      <a:pt x="35999" y="7893"/>
                    </a:lnTo>
                    <a:lnTo>
                      <a:pt x="39309" y="4582"/>
                    </a:lnTo>
                    <a:lnTo>
                      <a:pt x="42756" y="2094"/>
                    </a:lnTo>
                    <a:lnTo>
                      <a:pt x="46335" y="534"/>
                    </a:lnTo>
                    <a:lnTo>
                      <a:pt x="50000" y="0"/>
                    </a:lnTo>
                    <a:lnTo>
                      <a:pt x="53665" y="534"/>
                    </a:lnTo>
                    <a:lnTo>
                      <a:pt x="57244" y="2094"/>
                    </a:lnTo>
                    <a:lnTo>
                      <a:pt x="60691" y="4582"/>
                    </a:lnTo>
                    <a:lnTo>
                      <a:pt x="64001" y="7893"/>
                    </a:lnTo>
                    <a:lnTo>
                      <a:pt x="67191" y="11943"/>
                    </a:lnTo>
                    <a:lnTo>
                      <a:pt x="70289" y="16674"/>
                    </a:lnTo>
                    <a:lnTo>
                      <a:pt x="73318" y="22031"/>
                    </a:lnTo>
                    <a:lnTo>
                      <a:pt x="76296" y="27972"/>
                    </a:lnTo>
                    <a:lnTo>
                      <a:pt x="79238" y="34445"/>
                    </a:lnTo>
                    <a:lnTo>
                      <a:pt x="82151" y="41396"/>
                    </a:lnTo>
                    <a:lnTo>
                      <a:pt x="85044" y="48766"/>
                    </a:lnTo>
                    <a:lnTo>
                      <a:pt x="87902" y="56438"/>
                    </a:lnTo>
                    <a:lnTo>
                      <a:pt x="90773" y="64461"/>
                    </a:lnTo>
                    <a:lnTo>
                      <a:pt x="93631" y="72697"/>
                    </a:lnTo>
                    <a:lnTo>
                      <a:pt x="96480" y="81065"/>
                    </a:lnTo>
                    <a:lnTo>
                      <a:pt x="99320" y="89489"/>
                    </a:lnTo>
                    <a:cubicBezTo>
                      <a:pt x="99898" y="91205"/>
                      <a:pt x="100000" y="92986"/>
                      <a:pt x="99625" y="94833"/>
                    </a:cubicBezTo>
                    <a:cubicBezTo>
                      <a:pt x="99250" y="96680"/>
                      <a:pt x="98507" y="98052"/>
                      <a:pt x="97398" y="98947"/>
                    </a:cubicBezTo>
                    <a:cubicBezTo>
                      <a:pt x="96289" y="99843"/>
                      <a:pt x="95138" y="100000"/>
                      <a:pt x="93945" y="99419"/>
                    </a:cubicBezTo>
                    <a:cubicBezTo>
                      <a:pt x="92751" y="98839"/>
                      <a:pt x="91865" y="97690"/>
                      <a:pt x="91286" y="95973"/>
                    </a:cubicBezTo>
                    <a:lnTo>
                      <a:pt x="88463" y="87599"/>
                    </a:lnTo>
                    <a:lnTo>
                      <a:pt x="85649" y="79332"/>
                    </a:lnTo>
                    <a:lnTo>
                      <a:pt x="82845" y="71251"/>
                    </a:lnTo>
                    <a:lnTo>
                      <a:pt x="80052" y="63441"/>
                    </a:lnTo>
                    <a:lnTo>
                      <a:pt x="77247" y="55908"/>
                    </a:lnTo>
                    <a:lnTo>
                      <a:pt x="74478" y="48854"/>
                    </a:lnTo>
                    <a:lnTo>
                      <a:pt x="71728" y="42296"/>
                    </a:lnTo>
                    <a:lnTo>
                      <a:pt x="69007" y="36307"/>
                    </a:lnTo>
                    <a:lnTo>
                      <a:pt x="66322" y="30954"/>
                    </a:lnTo>
                    <a:lnTo>
                      <a:pt x="63689" y="26292"/>
                    </a:lnTo>
                    <a:lnTo>
                      <a:pt x="61123" y="22376"/>
                    </a:lnTo>
                    <a:lnTo>
                      <a:pt x="58651" y="19236"/>
                    </a:lnTo>
                    <a:lnTo>
                      <a:pt x="56297" y="16882"/>
                    </a:lnTo>
                    <a:lnTo>
                      <a:pt x="54081" y="15282"/>
                    </a:lnTo>
                    <a:lnTo>
                      <a:pt x="51998" y="14375"/>
                    </a:lnTo>
                    <a:lnTo>
                      <a:pt x="50000" y="14084"/>
                    </a:lnTo>
                    <a:lnTo>
                      <a:pt x="48002" y="14375"/>
                    </a:lnTo>
                    <a:lnTo>
                      <a:pt x="45919" y="15282"/>
                    </a:lnTo>
                    <a:lnTo>
                      <a:pt x="43703" y="16882"/>
                    </a:lnTo>
                    <a:lnTo>
                      <a:pt x="41349" y="19236"/>
                    </a:lnTo>
                    <a:lnTo>
                      <a:pt x="38877" y="22376"/>
                    </a:lnTo>
                    <a:lnTo>
                      <a:pt x="36311" y="26292"/>
                    </a:lnTo>
                    <a:lnTo>
                      <a:pt x="33678" y="30954"/>
                    </a:lnTo>
                    <a:lnTo>
                      <a:pt x="30993" y="36307"/>
                    </a:lnTo>
                    <a:lnTo>
                      <a:pt x="28272" y="42296"/>
                    </a:lnTo>
                    <a:lnTo>
                      <a:pt x="25522" y="48854"/>
                    </a:lnTo>
                    <a:lnTo>
                      <a:pt x="22753" y="55910"/>
                    </a:lnTo>
                    <a:lnTo>
                      <a:pt x="19986" y="63333"/>
                    </a:lnTo>
                    <a:lnTo>
                      <a:pt x="17183" y="71175"/>
                    </a:lnTo>
                    <a:lnTo>
                      <a:pt x="14368" y="79281"/>
                    </a:lnTo>
                    <a:lnTo>
                      <a:pt x="11545" y="87576"/>
                    </a:lnTo>
                    <a:lnTo>
                      <a:pt x="8714" y="95973"/>
                    </a:lnTo>
                    <a:cubicBezTo>
                      <a:pt x="8135" y="97690"/>
                      <a:pt x="7249" y="98839"/>
                      <a:pt x="6055" y="99419"/>
                    </a:cubicBezTo>
                    <a:cubicBezTo>
                      <a:pt x="4862" y="100000"/>
                      <a:pt x="3711" y="99843"/>
                      <a:pt x="2602" y="98947"/>
                    </a:cubicBezTo>
                    <a:cubicBezTo>
                      <a:pt x="1493" y="98052"/>
                      <a:pt x="750" y="96680"/>
                      <a:pt x="375" y="94833"/>
                    </a:cubicBezTo>
                    <a:cubicBezTo>
                      <a:pt x="0" y="92986"/>
                      <a:pt x="102" y="91205"/>
                      <a:pt x="680" y="89489"/>
                    </a:cubicBezTo>
                    <a:close/>
                  </a:path>
                </a:pathLst>
              </a:custGeom>
              <a:solidFill>
                <a:srgbClr val="DF826E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8" name="fig_cos / dna-part-22-0 / 26"/>
              <p:cNvSpPr/>
              <p:nvPr/>
            </p:nvSpPr>
            <p:spPr>
              <a:xfrm>
                <a:off x="1985684" y="3040434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8714" y="4027"/>
                    </a:moveTo>
                    <a:lnTo>
                      <a:pt x="11545" y="12424"/>
                    </a:lnTo>
                    <a:lnTo>
                      <a:pt x="14368" y="20719"/>
                    </a:lnTo>
                    <a:lnTo>
                      <a:pt x="17183" y="28825"/>
                    </a:lnTo>
                    <a:lnTo>
                      <a:pt x="19986" y="36667"/>
                    </a:lnTo>
                    <a:lnTo>
                      <a:pt x="22753" y="44090"/>
                    </a:lnTo>
                    <a:lnTo>
                      <a:pt x="25523" y="51146"/>
                    </a:lnTo>
                    <a:lnTo>
                      <a:pt x="28272" y="57704"/>
                    </a:lnTo>
                    <a:lnTo>
                      <a:pt x="30993" y="63693"/>
                    </a:lnTo>
                    <a:lnTo>
                      <a:pt x="33678" y="69046"/>
                    </a:lnTo>
                    <a:lnTo>
                      <a:pt x="36311" y="73708"/>
                    </a:lnTo>
                    <a:lnTo>
                      <a:pt x="38877" y="77624"/>
                    </a:lnTo>
                    <a:lnTo>
                      <a:pt x="41349" y="80764"/>
                    </a:lnTo>
                    <a:lnTo>
                      <a:pt x="43703" y="83118"/>
                    </a:lnTo>
                    <a:lnTo>
                      <a:pt x="45919" y="84718"/>
                    </a:lnTo>
                    <a:lnTo>
                      <a:pt x="48002" y="85625"/>
                    </a:lnTo>
                    <a:lnTo>
                      <a:pt x="50000" y="85916"/>
                    </a:lnTo>
                    <a:lnTo>
                      <a:pt x="51998" y="85625"/>
                    </a:lnTo>
                    <a:lnTo>
                      <a:pt x="54081" y="84718"/>
                    </a:lnTo>
                    <a:lnTo>
                      <a:pt x="56297" y="83118"/>
                    </a:lnTo>
                    <a:lnTo>
                      <a:pt x="58651" y="80764"/>
                    </a:lnTo>
                    <a:lnTo>
                      <a:pt x="61123" y="77624"/>
                    </a:lnTo>
                    <a:lnTo>
                      <a:pt x="63689" y="73708"/>
                    </a:lnTo>
                    <a:lnTo>
                      <a:pt x="66322" y="69046"/>
                    </a:lnTo>
                    <a:lnTo>
                      <a:pt x="69007" y="63693"/>
                    </a:lnTo>
                    <a:lnTo>
                      <a:pt x="71728" y="57704"/>
                    </a:lnTo>
                    <a:lnTo>
                      <a:pt x="74477" y="51146"/>
                    </a:lnTo>
                    <a:lnTo>
                      <a:pt x="77247" y="44092"/>
                    </a:lnTo>
                    <a:lnTo>
                      <a:pt x="80052" y="36559"/>
                    </a:lnTo>
                    <a:lnTo>
                      <a:pt x="82845" y="28749"/>
                    </a:lnTo>
                    <a:lnTo>
                      <a:pt x="85649" y="20668"/>
                    </a:lnTo>
                    <a:lnTo>
                      <a:pt x="88463" y="12401"/>
                    </a:lnTo>
                    <a:lnTo>
                      <a:pt x="91286" y="4027"/>
                    </a:lnTo>
                    <a:cubicBezTo>
                      <a:pt x="91865" y="2310"/>
                      <a:pt x="92751" y="1161"/>
                      <a:pt x="93945" y="581"/>
                    </a:cubicBezTo>
                    <a:cubicBezTo>
                      <a:pt x="95138" y="0"/>
                      <a:pt x="96289" y="157"/>
                      <a:pt x="97398" y="1053"/>
                    </a:cubicBezTo>
                    <a:cubicBezTo>
                      <a:pt x="98507" y="1948"/>
                      <a:pt x="99250" y="3320"/>
                      <a:pt x="99625" y="5167"/>
                    </a:cubicBezTo>
                    <a:cubicBezTo>
                      <a:pt x="100000" y="7014"/>
                      <a:pt x="99898" y="8795"/>
                      <a:pt x="99320" y="10511"/>
                    </a:cubicBezTo>
                    <a:lnTo>
                      <a:pt x="96480" y="18935"/>
                    </a:lnTo>
                    <a:lnTo>
                      <a:pt x="93631" y="27303"/>
                    </a:lnTo>
                    <a:lnTo>
                      <a:pt x="90773" y="35539"/>
                    </a:lnTo>
                    <a:lnTo>
                      <a:pt x="87902" y="43562"/>
                    </a:lnTo>
                    <a:lnTo>
                      <a:pt x="85044" y="51234"/>
                    </a:lnTo>
                    <a:lnTo>
                      <a:pt x="82151" y="58604"/>
                    </a:lnTo>
                    <a:lnTo>
                      <a:pt x="79238" y="65555"/>
                    </a:lnTo>
                    <a:lnTo>
                      <a:pt x="76296" y="72028"/>
                    </a:lnTo>
                    <a:lnTo>
                      <a:pt x="73318" y="77969"/>
                    </a:lnTo>
                    <a:lnTo>
                      <a:pt x="70289" y="83326"/>
                    </a:lnTo>
                    <a:lnTo>
                      <a:pt x="67191" y="88057"/>
                    </a:lnTo>
                    <a:lnTo>
                      <a:pt x="64001" y="92107"/>
                    </a:lnTo>
                    <a:lnTo>
                      <a:pt x="60691" y="95418"/>
                    </a:lnTo>
                    <a:lnTo>
                      <a:pt x="57244" y="97906"/>
                    </a:lnTo>
                    <a:lnTo>
                      <a:pt x="53665" y="99466"/>
                    </a:lnTo>
                    <a:lnTo>
                      <a:pt x="50000" y="100000"/>
                    </a:lnTo>
                    <a:lnTo>
                      <a:pt x="46335" y="99466"/>
                    </a:lnTo>
                    <a:lnTo>
                      <a:pt x="42756" y="97906"/>
                    </a:lnTo>
                    <a:lnTo>
                      <a:pt x="39309" y="95418"/>
                    </a:lnTo>
                    <a:lnTo>
                      <a:pt x="35999" y="92107"/>
                    </a:lnTo>
                    <a:lnTo>
                      <a:pt x="32809" y="88057"/>
                    </a:lnTo>
                    <a:lnTo>
                      <a:pt x="29711" y="83326"/>
                    </a:lnTo>
                    <a:lnTo>
                      <a:pt x="26682" y="77969"/>
                    </a:lnTo>
                    <a:lnTo>
                      <a:pt x="23704" y="72028"/>
                    </a:lnTo>
                    <a:lnTo>
                      <a:pt x="20762" y="65555"/>
                    </a:lnTo>
                    <a:lnTo>
                      <a:pt x="17849" y="58604"/>
                    </a:lnTo>
                    <a:lnTo>
                      <a:pt x="14956" y="51234"/>
                    </a:lnTo>
                    <a:lnTo>
                      <a:pt x="12059" y="43456"/>
                    </a:lnTo>
                    <a:lnTo>
                      <a:pt x="9200" y="35461"/>
                    </a:lnTo>
                    <a:lnTo>
                      <a:pt x="6352" y="27253"/>
                    </a:lnTo>
                    <a:lnTo>
                      <a:pt x="3512" y="18910"/>
                    </a:lnTo>
                    <a:lnTo>
                      <a:pt x="680" y="10511"/>
                    </a:lnTo>
                    <a:cubicBezTo>
                      <a:pt x="102" y="8795"/>
                      <a:pt x="0" y="7014"/>
                      <a:pt x="375" y="5167"/>
                    </a:cubicBezTo>
                    <a:cubicBezTo>
                      <a:pt x="750" y="3320"/>
                      <a:pt x="1493" y="1948"/>
                      <a:pt x="2602" y="1053"/>
                    </a:cubicBezTo>
                    <a:cubicBezTo>
                      <a:pt x="3711" y="157"/>
                      <a:pt x="4862" y="0"/>
                      <a:pt x="6055" y="581"/>
                    </a:cubicBezTo>
                    <a:cubicBezTo>
                      <a:pt x="7249" y="1161"/>
                      <a:pt x="8135" y="2310"/>
                      <a:pt x="8714" y="4027"/>
                    </a:cubicBezTo>
                    <a:close/>
                  </a:path>
                </a:pathLst>
              </a:custGeom>
              <a:solidFill>
                <a:srgbClr val="DF826E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29" name="fig_cos / dna-part-23-0 / 27"/>
              <p:cNvSpPr/>
              <p:nvPr/>
            </p:nvSpPr>
            <p:spPr>
              <a:xfrm>
                <a:off x="1985684" y="2354225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680" y="89489"/>
                    </a:moveTo>
                    <a:lnTo>
                      <a:pt x="3512" y="81090"/>
                    </a:lnTo>
                    <a:lnTo>
                      <a:pt x="6352" y="72747"/>
                    </a:lnTo>
                    <a:lnTo>
                      <a:pt x="9200" y="64539"/>
                    </a:lnTo>
                    <a:lnTo>
                      <a:pt x="12059" y="56544"/>
                    </a:lnTo>
                    <a:lnTo>
                      <a:pt x="14956" y="48766"/>
                    </a:lnTo>
                    <a:lnTo>
                      <a:pt x="17849" y="41396"/>
                    </a:lnTo>
                    <a:lnTo>
                      <a:pt x="20762" y="34445"/>
                    </a:lnTo>
                    <a:lnTo>
                      <a:pt x="23704" y="27972"/>
                    </a:lnTo>
                    <a:lnTo>
                      <a:pt x="26682" y="22031"/>
                    </a:lnTo>
                    <a:lnTo>
                      <a:pt x="29711" y="16674"/>
                    </a:lnTo>
                    <a:lnTo>
                      <a:pt x="32809" y="11943"/>
                    </a:lnTo>
                    <a:lnTo>
                      <a:pt x="35999" y="7893"/>
                    </a:lnTo>
                    <a:lnTo>
                      <a:pt x="39309" y="4582"/>
                    </a:lnTo>
                    <a:lnTo>
                      <a:pt x="42756" y="2094"/>
                    </a:lnTo>
                    <a:lnTo>
                      <a:pt x="46335" y="534"/>
                    </a:lnTo>
                    <a:lnTo>
                      <a:pt x="50000" y="0"/>
                    </a:lnTo>
                    <a:lnTo>
                      <a:pt x="53665" y="534"/>
                    </a:lnTo>
                    <a:lnTo>
                      <a:pt x="57244" y="2094"/>
                    </a:lnTo>
                    <a:lnTo>
                      <a:pt x="60691" y="4582"/>
                    </a:lnTo>
                    <a:lnTo>
                      <a:pt x="64001" y="7893"/>
                    </a:lnTo>
                    <a:lnTo>
                      <a:pt x="67191" y="11943"/>
                    </a:lnTo>
                    <a:lnTo>
                      <a:pt x="70289" y="16674"/>
                    </a:lnTo>
                    <a:lnTo>
                      <a:pt x="73318" y="22031"/>
                    </a:lnTo>
                    <a:lnTo>
                      <a:pt x="76296" y="27972"/>
                    </a:lnTo>
                    <a:lnTo>
                      <a:pt x="79238" y="34445"/>
                    </a:lnTo>
                    <a:lnTo>
                      <a:pt x="82151" y="41396"/>
                    </a:lnTo>
                    <a:lnTo>
                      <a:pt x="85044" y="48766"/>
                    </a:lnTo>
                    <a:lnTo>
                      <a:pt x="87902" y="56438"/>
                    </a:lnTo>
                    <a:lnTo>
                      <a:pt x="90773" y="64461"/>
                    </a:lnTo>
                    <a:lnTo>
                      <a:pt x="93631" y="72697"/>
                    </a:lnTo>
                    <a:lnTo>
                      <a:pt x="96480" y="81065"/>
                    </a:lnTo>
                    <a:lnTo>
                      <a:pt x="99320" y="89489"/>
                    </a:lnTo>
                    <a:cubicBezTo>
                      <a:pt x="99898" y="91205"/>
                      <a:pt x="100000" y="92986"/>
                      <a:pt x="99625" y="94833"/>
                    </a:cubicBezTo>
                    <a:cubicBezTo>
                      <a:pt x="99250" y="96680"/>
                      <a:pt x="98507" y="98052"/>
                      <a:pt x="97398" y="98947"/>
                    </a:cubicBezTo>
                    <a:cubicBezTo>
                      <a:pt x="96289" y="99843"/>
                      <a:pt x="95138" y="100000"/>
                      <a:pt x="93945" y="99419"/>
                    </a:cubicBezTo>
                    <a:cubicBezTo>
                      <a:pt x="92751" y="98839"/>
                      <a:pt x="91865" y="97690"/>
                      <a:pt x="91286" y="95973"/>
                    </a:cubicBezTo>
                    <a:lnTo>
                      <a:pt x="88463" y="87599"/>
                    </a:lnTo>
                    <a:lnTo>
                      <a:pt x="85649" y="79332"/>
                    </a:lnTo>
                    <a:lnTo>
                      <a:pt x="82845" y="71251"/>
                    </a:lnTo>
                    <a:lnTo>
                      <a:pt x="80052" y="63441"/>
                    </a:lnTo>
                    <a:lnTo>
                      <a:pt x="77247" y="55908"/>
                    </a:lnTo>
                    <a:lnTo>
                      <a:pt x="74478" y="48854"/>
                    </a:lnTo>
                    <a:lnTo>
                      <a:pt x="71728" y="42296"/>
                    </a:lnTo>
                    <a:lnTo>
                      <a:pt x="69007" y="36307"/>
                    </a:lnTo>
                    <a:lnTo>
                      <a:pt x="66322" y="30954"/>
                    </a:lnTo>
                    <a:lnTo>
                      <a:pt x="63689" y="26292"/>
                    </a:lnTo>
                    <a:lnTo>
                      <a:pt x="61123" y="22376"/>
                    </a:lnTo>
                    <a:lnTo>
                      <a:pt x="58651" y="19236"/>
                    </a:lnTo>
                    <a:lnTo>
                      <a:pt x="56297" y="16882"/>
                    </a:lnTo>
                    <a:lnTo>
                      <a:pt x="54081" y="15282"/>
                    </a:lnTo>
                    <a:lnTo>
                      <a:pt x="51998" y="14375"/>
                    </a:lnTo>
                    <a:lnTo>
                      <a:pt x="50000" y="14084"/>
                    </a:lnTo>
                    <a:lnTo>
                      <a:pt x="48002" y="14375"/>
                    </a:lnTo>
                    <a:lnTo>
                      <a:pt x="45919" y="15282"/>
                    </a:lnTo>
                    <a:lnTo>
                      <a:pt x="43703" y="16882"/>
                    </a:lnTo>
                    <a:lnTo>
                      <a:pt x="41349" y="19236"/>
                    </a:lnTo>
                    <a:lnTo>
                      <a:pt x="38877" y="22376"/>
                    </a:lnTo>
                    <a:lnTo>
                      <a:pt x="36311" y="26292"/>
                    </a:lnTo>
                    <a:lnTo>
                      <a:pt x="33678" y="30954"/>
                    </a:lnTo>
                    <a:lnTo>
                      <a:pt x="30993" y="36307"/>
                    </a:lnTo>
                    <a:lnTo>
                      <a:pt x="28272" y="42296"/>
                    </a:lnTo>
                    <a:lnTo>
                      <a:pt x="25522" y="48854"/>
                    </a:lnTo>
                    <a:lnTo>
                      <a:pt x="22753" y="55910"/>
                    </a:lnTo>
                    <a:lnTo>
                      <a:pt x="19986" y="63333"/>
                    </a:lnTo>
                    <a:lnTo>
                      <a:pt x="17183" y="71175"/>
                    </a:lnTo>
                    <a:lnTo>
                      <a:pt x="14368" y="79281"/>
                    </a:lnTo>
                    <a:lnTo>
                      <a:pt x="11545" y="87576"/>
                    </a:lnTo>
                    <a:lnTo>
                      <a:pt x="8714" y="95973"/>
                    </a:lnTo>
                    <a:cubicBezTo>
                      <a:pt x="8135" y="97690"/>
                      <a:pt x="7249" y="98839"/>
                      <a:pt x="6055" y="99419"/>
                    </a:cubicBezTo>
                    <a:cubicBezTo>
                      <a:pt x="4862" y="100000"/>
                      <a:pt x="3711" y="99843"/>
                      <a:pt x="2602" y="98947"/>
                    </a:cubicBezTo>
                    <a:cubicBezTo>
                      <a:pt x="1493" y="98052"/>
                      <a:pt x="750" y="96680"/>
                      <a:pt x="375" y="94833"/>
                    </a:cubicBezTo>
                    <a:cubicBezTo>
                      <a:pt x="0" y="92986"/>
                      <a:pt x="102" y="91205"/>
                      <a:pt x="680" y="89489"/>
                    </a:cubicBezTo>
                    <a:close/>
                  </a:path>
                </a:pathLst>
              </a:custGeom>
              <a:solidFill>
                <a:srgbClr val="278B9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0" name="fig_cos / dna-part-24-0 / 28"/>
              <p:cNvSpPr/>
              <p:nvPr/>
            </p:nvSpPr>
            <p:spPr>
              <a:xfrm>
                <a:off x="3111554" y="3040434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8714" y="4027"/>
                    </a:moveTo>
                    <a:lnTo>
                      <a:pt x="11545" y="12424"/>
                    </a:lnTo>
                    <a:lnTo>
                      <a:pt x="14368" y="20719"/>
                    </a:lnTo>
                    <a:lnTo>
                      <a:pt x="17183" y="28825"/>
                    </a:lnTo>
                    <a:lnTo>
                      <a:pt x="19986" y="36667"/>
                    </a:lnTo>
                    <a:lnTo>
                      <a:pt x="22753" y="44090"/>
                    </a:lnTo>
                    <a:lnTo>
                      <a:pt x="25523" y="51146"/>
                    </a:lnTo>
                    <a:lnTo>
                      <a:pt x="28272" y="57704"/>
                    </a:lnTo>
                    <a:lnTo>
                      <a:pt x="30993" y="63693"/>
                    </a:lnTo>
                    <a:lnTo>
                      <a:pt x="33678" y="69046"/>
                    </a:lnTo>
                    <a:lnTo>
                      <a:pt x="36311" y="73708"/>
                    </a:lnTo>
                    <a:lnTo>
                      <a:pt x="38877" y="77624"/>
                    </a:lnTo>
                    <a:lnTo>
                      <a:pt x="41349" y="80764"/>
                    </a:lnTo>
                    <a:lnTo>
                      <a:pt x="43703" y="83118"/>
                    </a:lnTo>
                    <a:lnTo>
                      <a:pt x="45919" y="84718"/>
                    </a:lnTo>
                    <a:lnTo>
                      <a:pt x="48002" y="85625"/>
                    </a:lnTo>
                    <a:lnTo>
                      <a:pt x="50000" y="85916"/>
                    </a:lnTo>
                    <a:lnTo>
                      <a:pt x="51998" y="85625"/>
                    </a:lnTo>
                    <a:lnTo>
                      <a:pt x="54081" y="84718"/>
                    </a:lnTo>
                    <a:lnTo>
                      <a:pt x="56297" y="83118"/>
                    </a:lnTo>
                    <a:lnTo>
                      <a:pt x="58651" y="80764"/>
                    </a:lnTo>
                    <a:lnTo>
                      <a:pt x="61123" y="77624"/>
                    </a:lnTo>
                    <a:lnTo>
                      <a:pt x="63689" y="73708"/>
                    </a:lnTo>
                    <a:lnTo>
                      <a:pt x="66322" y="69046"/>
                    </a:lnTo>
                    <a:lnTo>
                      <a:pt x="69007" y="63693"/>
                    </a:lnTo>
                    <a:lnTo>
                      <a:pt x="71728" y="57704"/>
                    </a:lnTo>
                    <a:lnTo>
                      <a:pt x="74477" y="51146"/>
                    </a:lnTo>
                    <a:lnTo>
                      <a:pt x="77247" y="44092"/>
                    </a:lnTo>
                    <a:lnTo>
                      <a:pt x="80052" y="36559"/>
                    </a:lnTo>
                    <a:lnTo>
                      <a:pt x="82845" y="28749"/>
                    </a:lnTo>
                    <a:lnTo>
                      <a:pt x="85649" y="20668"/>
                    </a:lnTo>
                    <a:lnTo>
                      <a:pt x="88463" y="12401"/>
                    </a:lnTo>
                    <a:lnTo>
                      <a:pt x="91286" y="4027"/>
                    </a:lnTo>
                    <a:cubicBezTo>
                      <a:pt x="91865" y="2310"/>
                      <a:pt x="92751" y="1161"/>
                      <a:pt x="93945" y="581"/>
                    </a:cubicBezTo>
                    <a:cubicBezTo>
                      <a:pt x="95138" y="0"/>
                      <a:pt x="96289" y="157"/>
                      <a:pt x="97398" y="1053"/>
                    </a:cubicBezTo>
                    <a:cubicBezTo>
                      <a:pt x="98507" y="1948"/>
                      <a:pt x="99250" y="3320"/>
                      <a:pt x="99625" y="5167"/>
                    </a:cubicBezTo>
                    <a:cubicBezTo>
                      <a:pt x="100000" y="7014"/>
                      <a:pt x="99898" y="8795"/>
                      <a:pt x="99320" y="10511"/>
                    </a:cubicBezTo>
                    <a:lnTo>
                      <a:pt x="96480" y="18935"/>
                    </a:lnTo>
                    <a:lnTo>
                      <a:pt x="93631" y="27303"/>
                    </a:lnTo>
                    <a:lnTo>
                      <a:pt x="90773" y="35539"/>
                    </a:lnTo>
                    <a:lnTo>
                      <a:pt x="87902" y="43562"/>
                    </a:lnTo>
                    <a:lnTo>
                      <a:pt x="85044" y="51234"/>
                    </a:lnTo>
                    <a:lnTo>
                      <a:pt x="82151" y="58604"/>
                    </a:lnTo>
                    <a:lnTo>
                      <a:pt x="79238" y="65555"/>
                    </a:lnTo>
                    <a:lnTo>
                      <a:pt x="76296" y="72028"/>
                    </a:lnTo>
                    <a:lnTo>
                      <a:pt x="73318" y="77969"/>
                    </a:lnTo>
                    <a:lnTo>
                      <a:pt x="70289" y="83326"/>
                    </a:lnTo>
                    <a:lnTo>
                      <a:pt x="67191" y="88057"/>
                    </a:lnTo>
                    <a:lnTo>
                      <a:pt x="64001" y="92107"/>
                    </a:lnTo>
                    <a:lnTo>
                      <a:pt x="60691" y="95418"/>
                    </a:lnTo>
                    <a:lnTo>
                      <a:pt x="57244" y="97906"/>
                    </a:lnTo>
                    <a:lnTo>
                      <a:pt x="53665" y="99466"/>
                    </a:lnTo>
                    <a:lnTo>
                      <a:pt x="50000" y="100000"/>
                    </a:lnTo>
                    <a:lnTo>
                      <a:pt x="46335" y="99466"/>
                    </a:lnTo>
                    <a:lnTo>
                      <a:pt x="42756" y="97906"/>
                    </a:lnTo>
                    <a:lnTo>
                      <a:pt x="39309" y="95418"/>
                    </a:lnTo>
                    <a:lnTo>
                      <a:pt x="35999" y="92107"/>
                    </a:lnTo>
                    <a:lnTo>
                      <a:pt x="32809" y="88057"/>
                    </a:lnTo>
                    <a:lnTo>
                      <a:pt x="29711" y="83326"/>
                    </a:lnTo>
                    <a:lnTo>
                      <a:pt x="26682" y="77969"/>
                    </a:lnTo>
                    <a:lnTo>
                      <a:pt x="23704" y="72028"/>
                    </a:lnTo>
                    <a:lnTo>
                      <a:pt x="20762" y="65555"/>
                    </a:lnTo>
                    <a:lnTo>
                      <a:pt x="17849" y="58604"/>
                    </a:lnTo>
                    <a:lnTo>
                      <a:pt x="14956" y="51234"/>
                    </a:lnTo>
                    <a:lnTo>
                      <a:pt x="12059" y="43456"/>
                    </a:lnTo>
                    <a:lnTo>
                      <a:pt x="9200" y="35461"/>
                    </a:lnTo>
                    <a:lnTo>
                      <a:pt x="6352" y="27253"/>
                    </a:lnTo>
                    <a:lnTo>
                      <a:pt x="3512" y="18910"/>
                    </a:lnTo>
                    <a:lnTo>
                      <a:pt x="680" y="10511"/>
                    </a:lnTo>
                    <a:cubicBezTo>
                      <a:pt x="102" y="8795"/>
                      <a:pt x="0" y="7014"/>
                      <a:pt x="375" y="5167"/>
                    </a:cubicBezTo>
                    <a:cubicBezTo>
                      <a:pt x="750" y="3320"/>
                      <a:pt x="1493" y="1948"/>
                      <a:pt x="2602" y="1053"/>
                    </a:cubicBezTo>
                    <a:cubicBezTo>
                      <a:pt x="3711" y="157"/>
                      <a:pt x="4862" y="0"/>
                      <a:pt x="6055" y="581"/>
                    </a:cubicBezTo>
                    <a:cubicBezTo>
                      <a:pt x="7249" y="1161"/>
                      <a:pt x="8135" y="2310"/>
                      <a:pt x="8714" y="4027"/>
                    </a:cubicBezTo>
                    <a:close/>
                  </a:path>
                </a:pathLst>
              </a:custGeom>
              <a:solidFill>
                <a:srgbClr val="278B9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1" name="fig_cos / dna-part-25-0 / 29"/>
              <p:cNvSpPr/>
              <p:nvPr/>
            </p:nvSpPr>
            <p:spPr>
              <a:xfrm>
                <a:off x="3111554" y="2354225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680" y="89489"/>
                    </a:moveTo>
                    <a:lnTo>
                      <a:pt x="3512" y="81090"/>
                    </a:lnTo>
                    <a:lnTo>
                      <a:pt x="6352" y="72747"/>
                    </a:lnTo>
                    <a:lnTo>
                      <a:pt x="9200" y="64539"/>
                    </a:lnTo>
                    <a:lnTo>
                      <a:pt x="12059" y="56544"/>
                    </a:lnTo>
                    <a:lnTo>
                      <a:pt x="14956" y="48766"/>
                    </a:lnTo>
                    <a:lnTo>
                      <a:pt x="17849" y="41396"/>
                    </a:lnTo>
                    <a:lnTo>
                      <a:pt x="20762" y="34445"/>
                    </a:lnTo>
                    <a:lnTo>
                      <a:pt x="23704" y="27972"/>
                    </a:lnTo>
                    <a:lnTo>
                      <a:pt x="26682" y="22031"/>
                    </a:lnTo>
                    <a:lnTo>
                      <a:pt x="29711" y="16674"/>
                    </a:lnTo>
                    <a:lnTo>
                      <a:pt x="32809" y="11943"/>
                    </a:lnTo>
                    <a:lnTo>
                      <a:pt x="35999" y="7893"/>
                    </a:lnTo>
                    <a:lnTo>
                      <a:pt x="39309" y="4582"/>
                    </a:lnTo>
                    <a:lnTo>
                      <a:pt x="42756" y="2094"/>
                    </a:lnTo>
                    <a:lnTo>
                      <a:pt x="46335" y="534"/>
                    </a:lnTo>
                    <a:lnTo>
                      <a:pt x="50000" y="0"/>
                    </a:lnTo>
                    <a:lnTo>
                      <a:pt x="53665" y="534"/>
                    </a:lnTo>
                    <a:lnTo>
                      <a:pt x="57244" y="2094"/>
                    </a:lnTo>
                    <a:lnTo>
                      <a:pt x="60691" y="4582"/>
                    </a:lnTo>
                    <a:lnTo>
                      <a:pt x="64001" y="7893"/>
                    </a:lnTo>
                    <a:lnTo>
                      <a:pt x="67191" y="11943"/>
                    </a:lnTo>
                    <a:lnTo>
                      <a:pt x="70289" y="16674"/>
                    </a:lnTo>
                    <a:lnTo>
                      <a:pt x="73318" y="22031"/>
                    </a:lnTo>
                    <a:lnTo>
                      <a:pt x="76296" y="27972"/>
                    </a:lnTo>
                    <a:lnTo>
                      <a:pt x="79238" y="34445"/>
                    </a:lnTo>
                    <a:lnTo>
                      <a:pt x="82151" y="41396"/>
                    </a:lnTo>
                    <a:lnTo>
                      <a:pt x="85044" y="48766"/>
                    </a:lnTo>
                    <a:lnTo>
                      <a:pt x="87902" y="56438"/>
                    </a:lnTo>
                    <a:lnTo>
                      <a:pt x="90773" y="64461"/>
                    </a:lnTo>
                    <a:lnTo>
                      <a:pt x="93631" y="72697"/>
                    </a:lnTo>
                    <a:lnTo>
                      <a:pt x="96480" y="81065"/>
                    </a:lnTo>
                    <a:lnTo>
                      <a:pt x="99320" y="89489"/>
                    </a:lnTo>
                    <a:cubicBezTo>
                      <a:pt x="99898" y="91205"/>
                      <a:pt x="100000" y="92986"/>
                      <a:pt x="99625" y="94833"/>
                    </a:cubicBezTo>
                    <a:cubicBezTo>
                      <a:pt x="99250" y="96680"/>
                      <a:pt x="98507" y="98052"/>
                      <a:pt x="97398" y="98947"/>
                    </a:cubicBezTo>
                    <a:cubicBezTo>
                      <a:pt x="96289" y="99843"/>
                      <a:pt x="95138" y="100000"/>
                      <a:pt x="93945" y="99419"/>
                    </a:cubicBezTo>
                    <a:cubicBezTo>
                      <a:pt x="92751" y="98839"/>
                      <a:pt x="91865" y="97690"/>
                      <a:pt x="91286" y="95973"/>
                    </a:cubicBezTo>
                    <a:lnTo>
                      <a:pt x="88463" y="87599"/>
                    </a:lnTo>
                    <a:lnTo>
                      <a:pt x="85649" y="79332"/>
                    </a:lnTo>
                    <a:lnTo>
                      <a:pt x="82845" y="71251"/>
                    </a:lnTo>
                    <a:lnTo>
                      <a:pt x="80052" y="63441"/>
                    </a:lnTo>
                    <a:lnTo>
                      <a:pt x="77247" y="55908"/>
                    </a:lnTo>
                    <a:lnTo>
                      <a:pt x="74477" y="48854"/>
                    </a:lnTo>
                    <a:lnTo>
                      <a:pt x="71728" y="42296"/>
                    </a:lnTo>
                    <a:lnTo>
                      <a:pt x="69007" y="36307"/>
                    </a:lnTo>
                    <a:lnTo>
                      <a:pt x="66322" y="30952"/>
                    </a:lnTo>
                    <a:lnTo>
                      <a:pt x="63689" y="26294"/>
                    </a:lnTo>
                    <a:lnTo>
                      <a:pt x="61123" y="22376"/>
                    </a:lnTo>
                    <a:lnTo>
                      <a:pt x="58651" y="19236"/>
                    </a:lnTo>
                    <a:lnTo>
                      <a:pt x="56297" y="16882"/>
                    </a:lnTo>
                    <a:lnTo>
                      <a:pt x="54081" y="15282"/>
                    </a:lnTo>
                    <a:lnTo>
                      <a:pt x="51998" y="14375"/>
                    </a:lnTo>
                    <a:lnTo>
                      <a:pt x="50000" y="14084"/>
                    </a:lnTo>
                    <a:lnTo>
                      <a:pt x="48002" y="14375"/>
                    </a:lnTo>
                    <a:lnTo>
                      <a:pt x="45919" y="15282"/>
                    </a:lnTo>
                    <a:lnTo>
                      <a:pt x="43703" y="16882"/>
                    </a:lnTo>
                    <a:lnTo>
                      <a:pt x="41349" y="19236"/>
                    </a:lnTo>
                    <a:lnTo>
                      <a:pt x="38877" y="22376"/>
                    </a:lnTo>
                    <a:lnTo>
                      <a:pt x="36311" y="26292"/>
                    </a:lnTo>
                    <a:lnTo>
                      <a:pt x="33678" y="30954"/>
                    </a:lnTo>
                    <a:lnTo>
                      <a:pt x="30993" y="36307"/>
                    </a:lnTo>
                    <a:lnTo>
                      <a:pt x="28272" y="42296"/>
                    </a:lnTo>
                    <a:lnTo>
                      <a:pt x="25522" y="48854"/>
                    </a:lnTo>
                    <a:lnTo>
                      <a:pt x="22753" y="55910"/>
                    </a:lnTo>
                    <a:lnTo>
                      <a:pt x="19986" y="63333"/>
                    </a:lnTo>
                    <a:lnTo>
                      <a:pt x="17183" y="71175"/>
                    </a:lnTo>
                    <a:lnTo>
                      <a:pt x="14368" y="79281"/>
                    </a:lnTo>
                    <a:lnTo>
                      <a:pt x="11545" y="87576"/>
                    </a:lnTo>
                    <a:lnTo>
                      <a:pt x="8714" y="95973"/>
                    </a:lnTo>
                    <a:cubicBezTo>
                      <a:pt x="8135" y="97690"/>
                      <a:pt x="7249" y="98839"/>
                      <a:pt x="6055" y="99419"/>
                    </a:cubicBezTo>
                    <a:cubicBezTo>
                      <a:pt x="4862" y="100000"/>
                      <a:pt x="3711" y="99843"/>
                      <a:pt x="2602" y="98947"/>
                    </a:cubicBezTo>
                    <a:cubicBezTo>
                      <a:pt x="1493" y="98052"/>
                      <a:pt x="750" y="96680"/>
                      <a:pt x="375" y="94833"/>
                    </a:cubicBezTo>
                    <a:cubicBezTo>
                      <a:pt x="0" y="92986"/>
                      <a:pt x="102" y="91205"/>
                      <a:pt x="680" y="89489"/>
                    </a:cubicBezTo>
                    <a:close/>
                  </a:path>
                </a:pathLst>
              </a:custGeom>
              <a:solidFill>
                <a:srgbClr val="DF826E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2" name="fig_cos / dna-part-26-0 / 30"/>
              <p:cNvSpPr/>
              <p:nvPr/>
            </p:nvSpPr>
            <p:spPr>
              <a:xfrm>
                <a:off x="4237424" y="3040434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8714" y="4027"/>
                    </a:moveTo>
                    <a:lnTo>
                      <a:pt x="11545" y="12424"/>
                    </a:lnTo>
                    <a:lnTo>
                      <a:pt x="14368" y="20719"/>
                    </a:lnTo>
                    <a:lnTo>
                      <a:pt x="17183" y="28825"/>
                    </a:lnTo>
                    <a:lnTo>
                      <a:pt x="19986" y="36667"/>
                    </a:lnTo>
                    <a:lnTo>
                      <a:pt x="22753" y="44090"/>
                    </a:lnTo>
                    <a:lnTo>
                      <a:pt x="25523" y="51146"/>
                    </a:lnTo>
                    <a:lnTo>
                      <a:pt x="28272" y="57704"/>
                    </a:lnTo>
                    <a:lnTo>
                      <a:pt x="30993" y="63693"/>
                    </a:lnTo>
                    <a:lnTo>
                      <a:pt x="33678" y="69046"/>
                    </a:lnTo>
                    <a:lnTo>
                      <a:pt x="36311" y="73708"/>
                    </a:lnTo>
                    <a:lnTo>
                      <a:pt x="38877" y="77624"/>
                    </a:lnTo>
                    <a:lnTo>
                      <a:pt x="41349" y="80764"/>
                    </a:lnTo>
                    <a:lnTo>
                      <a:pt x="43703" y="83118"/>
                    </a:lnTo>
                    <a:lnTo>
                      <a:pt x="45919" y="84718"/>
                    </a:lnTo>
                    <a:lnTo>
                      <a:pt x="48002" y="85625"/>
                    </a:lnTo>
                    <a:lnTo>
                      <a:pt x="50000" y="85916"/>
                    </a:lnTo>
                    <a:lnTo>
                      <a:pt x="51998" y="85625"/>
                    </a:lnTo>
                    <a:lnTo>
                      <a:pt x="54081" y="84718"/>
                    </a:lnTo>
                    <a:lnTo>
                      <a:pt x="56297" y="83118"/>
                    </a:lnTo>
                    <a:lnTo>
                      <a:pt x="58651" y="80764"/>
                    </a:lnTo>
                    <a:lnTo>
                      <a:pt x="61123" y="77624"/>
                    </a:lnTo>
                    <a:lnTo>
                      <a:pt x="63689" y="73708"/>
                    </a:lnTo>
                    <a:lnTo>
                      <a:pt x="66322" y="69046"/>
                    </a:lnTo>
                    <a:lnTo>
                      <a:pt x="69007" y="63693"/>
                    </a:lnTo>
                    <a:lnTo>
                      <a:pt x="71728" y="57704"/>
                    </a:lnTo>
                    <a:lnTo>
                      <a:pt x="74477" y="51146"/>
                    </a:lnTo>
                    <a:lnTo>
                      <a:pt x="77247" y="44092"/>
                    </a:lnTo>
                    <a:lnTo>
                      <a:pt x="80052" y="36559"/>
                    </a:lnTo>
                    <a:lnTo>
                      <a:pt x="82845" y="28749"/>
                    </a:lnTo>
                    <a:lnTo>
                      <a:pt x="85649" y="20668"/>
                    </a:lnTo>
                    <a:lnTo>
                      <a:pt x="88463" y="12401"/>
                    </a:lnTo>
                    <a:lnTo>
                      <a:pt x="91286" y="4027"/>
                    </a:lnTo>
                    <a:cubicBezTo>
                      <a:pt x="91865" y="2310"/>
                      <a:pt x="92751" y="1161"/>
                      <a:pt x="93945" y="581"/>
                    </a:cubicBezTo>
                    <a:cubicBezTo>
                      <a:pt x="95138" y="0"/>
                      <a:pt x="96289" y="157"/>
                      <a:pt x="97398" y="1053"/>
                    </a:cubicBezTo>
                    <a:cubicBezTo>
                      <a:pt x="98507" y="1948"/>
                      <a:pt x="99250" y="3320"/>
                      <a:pt x="99625" y="5167"/>
                    </a:cubicBezTo>
                    <a:cubicBezTo>
                      <a:pt x="100000" y="7014"/>
                      <a:pt x="99898" y="8795"/>
                      <a:pt x="99320" y="10511"/>
                    </a:cubicBezTo>
                    <a:lnTo>
                      <a:pt x="96480" y="18935"/>
                    </a:lnTo>
                    <a:lnTo>
                      <a:pt x="93631" y="27303"/>
                    </a:lnTo>
                    <a:lnTo>
                      <a:pt x="90773" y="35539"/>
                    </a:lnTo>
                    <a:lnTo>
                      <a:pt x="87902" y="43562"/>
                    </a:lnTo>
                    <a:lnTo>
                      <a:pt x="85044" y="51234"/>
                    </a:lnTo>
                    <a:lnTo>
                      <a:pt x="82151" y="58604"/>
                    </a:lnTo>
                    <a:lnTo>
                      <a:pt x="79238" y="65555"/>
                    </a:lnTo>
                    <a:lnTo>
                      <a:pt x="76296" y="72028"/>
                    </a:lnTo>
                    <a:lnTo>
                      <a:pt x="73318" y="77969"/>
                    </a:lnTo>
                    <a:lnTo>
                      <a:pt x="70289" y="83326"/>
                    </a:lnTo>
                    <a:lnTo>
                      <a:pt x="67191" y="88057"/>
                    </a:lnTo>
                    <a:lnTo>
                      <a:pt x="64001" y="92107"/>
                    </a:lnTo>
                    <a:lnTo>
                      <a:pt x="60691" y="95418"/>
                    </a:lnTo>
                    <a:lnTo>
                      <a:pt x="57244" y="97906"/>
                    </a:lnTo>
                    <a:lnTo>
                      <a:pt x="53665" y="99466"/>
                    </a:lnTo>
                    <a:lnTo>
                      <a:pt x="50000" y="100000"/>
                    </a:lnTo>
                    <a:lnTo>
                      <a:pt x="46335" y="99466"/>
                    </a:lnTo>
                    <a:lnTo>
                      <a:pt x="42756" y="97906"/>
                    </a:lnTo>
                    <a:lnTo>
                      <a:pt x="39309" y="95418"/>
                    </a:lnTo>
                    <a:lnTo>
                      <a:pt x="35999" y="92107"/>
                    </a:lnTo>
                    <a:lnTo>
                      <a:pt x="32809" y="88057"/>
                    </a:lnTo>
                    <a:lnTo>
                      <a:pt x="29711" y="83326"/>
                    </a:lnTo>
                    <a:lnTo>
                      <a:pt x="26682" y="77969"/>
                    </a:lnTo>
                    <a:lnTo>
                      <a:pt x="23704" y="72028"/>
                    </a:lnTo>
                    <a:lnTo>
                      <a:pt x="20762" y="65555"/>
                    </a:lnTo>
                    <a:lnTo>
                      <a:pt x="17849" y="58604"/>
                    </a:lnTo>
                    <a:lnTo>
                      <a:pt x="14956" y="51234"/>
                    </a:lnTo>
                    <a:lnTo>
                      <a:pt x="12059" y="43456"/>
                    </a:lnTo>
                    <a:lnTo>
                      <a:pt x="9200" y="35461"/>
                    </a:lnTo>
                    <a:lnTo>
                      <a:pt x="6352" y="27253"/>
                    </a:lnTo>
                    <a:lnTo>
                      <a:pt x="3512" y="18910"/>
                    </a:lnTo>
                    <a:lnTo>
                      <a:pt x="680" y="10511"/>
                    </a:lnTo>
                    <a:cubicBezTo>
                      <a:pt x="102" y="8795"/>
                      <a:pt x="0" y="7014"/>
                      <a:pt x="375" y="5167"/>
                    </a:cubicBezTo>
                    <a:cubicBezTo>
                      <a:pt x="750" y="3320"/>
                      <a:pt x="1493" y="1948"/>
                      <a:pt x="2602" y="1053"/>
                    </a:cubicBezTo>
                    <a:cubicBezTo>
                      <a:pt x="3711" y="157"/>
                      <a:pt x="4862" y="0"/>
                      <a:pt x="6055" y="581"/>
                    </a:cubicBezTo>
                    <a:cubicBezTo>
                      <a:pt x="7249" y="1161"/>
                      <a:pt x="8135" y="2310"/>
                      <a:pt x="8714" y="4027"/>
                    </a:cubicBezTo>
                    <a:close/>
                  </a:path>
                </a:pathLst>
              </a:custGeom>
              <a:solidFill>
                <a:srgbClr val="DF826E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3" name="fig_cos / dna-part-27-0 / 31"/>
              <p:cNvSpPr/>
              <p:nvPr/>
            </p:nvSpPr>
            <p:spPr>
              <a:xfrm>
                <a:off x="4237424" y="2354225"/>
                <a:ext cx="1242601" cy="802941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680" y="89489"/>
                    </a:moveTo>
                    <a:lnTo>
                      <a:pt x="3512" y="81090"/>
                    </a:lnTo>
                    <a:lnTo>
                      <a:pt x="6352" y="72747"/>
                    </a:lnTo>
                    <a:lnTo>
                      <a:pt x="9200" y="64539"/>
                    </a:lnTo>
                    <a:lnTo>
                      <a:pt x="12059" y="56544"/>
                    </a:lnTo>
                    <a:lnTo>
                      <a:pt x="14956" y="48766"/>
                    </a:lnTo>
                    <a:lnTo>
                      <a:pt x="17849" y="41396"/>
                    </a:lnTo>
                    <a:lnTo>
                      <a:pt x="20762" y="34445"/>
                    </a:lnTo>
                    <a:lnTo>
                      <a:pt x="23704" y="27972"/>
                    </a:lnTo>
                    <a:lnTo>
                      <a:pt x="26682" y="22031"/>
                    </a:lnTo>
                    <a:lnTo>
                      <a:pt x="29711" y="16674"/>
                    </a:lnTo>
                    <a:lnTo>
                      <a:pt x="32809" y="11943"/>
                    </a:lnTo>
                    <a:lnTo>
                      <a:pt x="35999" y="7893"/>
                    </a:lnTo>
                    <a:lnTo>
                      <a:pt x="39309" y="4582"/>
                    </a:lnTo>
                    <a:lnTo>
                      <a:pt x="42756" y="2094"/>
                    </a:lnTo>
                    <a:lnTo>
                      <a:pt x="46335" y="534"/>
                    </a:lnTo>
                    <a:lnTo>
                      <a:pt x="50000" y="0"/>
                    </a:lnTo>
                    <a:lnTo>
                      <a:pt x="53665" y="534"/>
                    </a:lnTo>
                    <a:lnTo>
                      <a:pt x="57244" y="2094"/>
                    </a:lnTo>
                    <a:lnTo>
                      <a:pt x="60691" y="4582"/>
                    </a:lnTo>
                    <a:lnTo>
                      <a:pt x="64001" y="7893"/>
                    </a:lnTo>
                    <a:lnTo>
                      <a:pt x="67191" y="11943"/>
                    </a:lnTo>
                    <a:lnTo>
                      <a:pt x="70289" y="16674"/>
                    </a:lnTo>
                    <a:lnTo>
                      <a:pt x="73318" y="22031"/>
                    </a:lnTo>
                    <a:lnTo>
                      <a:pt x="76296" y="27972"/>
                    </a:lnTo>
                    <a:lnTo>
                      <a:pt x="79238" y="34445"/>
                    </a:lnTo>
                    <a:lnTo>
                      <a:pt x="82151" y="41396"/>
                    </a:lnTo>
                    <a:lnTo>
                      <a:pt x="85044" y="48766"/>
                    </a:lnTo>
                    <a:lnTo>
                      <a:pt x="87902" y="56438"/>
                    </a:lnTo>
                    <a:lnTo>
                      <a:pt x="90773" y="64461"/>
                    </a:lnTo>
                    <a:lnTo>
                      <a:pt x="93631" y="72697"/>
                    </a:lnTo>
                    <a:lnTo>
                      <a:pt x="96480" y="81065"/>
                    </a:lnTo>
                    <a:lnTo>
                      <a:pt x="99320" y="89489"/>
                    </a:lnTo>
                    <a:cubicBezTo>
                      <a:pt x="99898" y="91205"/>
                      <a:pt x="100000" y="92986"/>
                      <a:pt x="99625" y="94833"/>
                    </a:cubicBezTo>
                    <a:cubicBezTo>
                      <a:pt x="99250" y="96680"/>
                      <a:pt x="98507" y="98052"/>
                      <a:pt x="97398" y="98947"/>
                    </a:cubicBezTo>
                    <a:cubicBezTo>
                      <a:pt x="96289" y="99843"/>
                      <a:pt x="95138" y="100000"/>
                      <a:pt x="93945" y="99419"/>
                    </a:cubicBezTo>
                    <a:cubicBezTo>
                      <a:pt x="92751" y="98839"/>
                      <a:pt x="91865" y="97690"/>
                      <a:pt x="91286" y="95973"/>
                    </a:cubicBezTo>
                    <a:lnTo>
                      <a:pt x="88463" y="87599"/>
                    </a:lnTo>
                    <a:lnTo>
                      <a:pt x="85649" y="79332"/>
                    </a:lnTo>
                    <a:lnTo>
                      <a:pt x="82845" y="71251"/>
                    </a:lnTo>
                    <a:lnTo>
                      <a:pt x="80052" y="63441"/>
                    </a:lnTo>
                    <a:lnTo>
                      <a:pt x="77247" y="55908"/>
                    </a:lnTo>
                    <a:lnTo>
                      <a:pt x="74477" y="48854"/>
                    </a:lnTo>
                    <a:lnTo>
                      <a:pt x="71728" y="42296"/>
                    </a:lnTo>
                    <a:lnTo>
                      <a:pt x="69007" y="36307"/>
                    </a:lnTo>
                    <a:lnTo>
                      <a:pt x="66322" y="30952"/>
                    </a:lnTo>
                    <a:lnTo>
                      <a:pt x="63689" y="26294"/>
                    </a:lnTo>
                    <a:lnTo>
                      <a:pt x="61123" y="22376"/>
                    </a:lnTo>
                    <a:lnTo>
                      <a:pt x="58651" y="19236"/>
                    </a:lnTo>
                    <a:lnTo>
                      <a:pt x="56297" y="16882"/>
                    </a:lnTo>
                    <a:lnTo>
                      <a:pt x="54081" y="15282"/>
                    </a:lnTo>
                    <a:lnTo>
                      <a:pt x="51998" y="14375"/>
                    </a:lnTo>
                    <a:lnTo>
                      <a:pt x="50000" y="14084"/>
                    </a:lnTo>
                    <a:lnTo>
                      <a:pt x="48002" y="14375"/>
                    </a:lnTo>
                    <a:lnTo>
                      <a:pt x="45919" y="15282"/>
                    </a:lnTo>
                    <a:lnTo>
                      <a:pt x="43703" y="16882"/>
                    </a:lnTo>
                    <a:lnTo>
                      <a:pt x="41349" y="19236"/>
                    </a:lnTo>
                    <a:lnTo>
                      <a:pt x="38877" y="22376"/>
                    </a:lnTo>
                    <a:lnTo>
                      <a:pt x="36311" y="26294"/>
                    </a:lnTo>
                    <a:lnTo>
                      <a:pt x="33678" y="30952"/>
                    </a:lnTo>
                    <a:lnTo>
                      <a:pt x="30993" y="36307"/>
                    </a:lnTo>
                    <a:lnTo>
                      <a:pt x="28272" y="42296"/>
                    </a:lnTo>
                    <a:lnTo>
                      <a:pt x="25523" y="48854"/>
                    </a:lnTo>
                    <a:lnTo>
                      <a:pt x="22753" y="55910"/>
                    </a:lnTo>
                    <a:lnTo>
                      <a:pt x="19986" y="63333"/>
                    </a:lnTo>
                    <a:lnTo>
                      <a:pt x="17183" y="71175"/>
                    </a:lnTo>
                    <a:lnTo>
                      <a:pt x="14368" y="79281"/>
                    </a:lnTo>
                    <a:lnTo>
                      <a:pt x="11545" y="87576"/>
                    </a:lnTo>
                    <a:lnTo>
                      <a:pt x="8714" y="95973"/>
                    </a:lnTo>
                    <a:cubicBezTo>
                      <a:pt x="8135" y="97690"/>
                      <a:pt x="7249" y="98839"/>
                      <a:pt x="6055" y="99419"/>
                    </a:cubicBezTo>
                    <a:cubicBezTo>
                      <a:pt x="4862" y="100000"/>
                      <a:pt x="3711" y="99843"/>
                      <a:pt x="2602" y="98947"/>
                    </a:cubicBezTo>
                    <a:cubicBezTo>
                      <a:pt x="1493" y="98052"/>
                      <a:pt x="750" y="96680"/>
                      <a:pt x="375" y="94833"/>
                    </a:cubicBezTo>
                    <a:cubicBezTo>
                      <a:pt x="0" y="92986"/>
                      <a:pt x="102" y="91205"/>
                      <a:pt x="680" y="89489"/>
                    </a:cubicBezTo>
                    <a:close/>
                  </a:path>
                </a:pathLst>
              </a:custGeom>
              <a:solidFill>
                <a:srgbClr val="278B90"/>
              </a:solidFill>
              <a:ln>
                <a:noFill/>
              </a:ln>
            </p:spPr>
            <p:txBody>
              <a:bodyPr/>
              <a:lstStyle/>
              <a:p/>
            </p:txBody>
          </p:sp>
        </p:grpSp>
        <p:sp>
          <p:nvSpPr>
            <p:cNvPr id="34" name="fig_cos / dna-caption-line-0 / 32"/>
            <p:cNvSpPr txBox="1"/>
            <p:nvPr/>
          </p:nvSpPr>
          <p:spPr>
            <a:xfrm>
              <a:off x="792480" y="4644136"/>
              <a:ext cx="5120640" cy="274320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/>
              <a:r>
                <a:rPr sz="1440" b="0" i="0">
                  <a:solidFill>
                    <a:srgbClr val="4B6575"/>
                  </a:solidFill>
                  <a:latin typeface="Arial"/>
                </a:rPr>
                <a:t>Strands, rungs and alternating crossings</a:t>
              </a:r>
            </a:p>
          </p:txBody>
        </p:sp>
      </p:grpSp>
      <p:grpSp>
        <p:nvGrpSpPr>
          <p:cNvPr id="61" name="Figure component: cell-panel"/>
          <p:cNvGrpSpPr/>
          <p:nvPr/>
        </p:nvGrpSpPr>
        <p:grpSpPr>
          <a:xfrm>
            <a:off x="6319520" y="975360"/>
            <a:ext cx="5445760" cy="4267200"/>
            <a:chOff x="6319520" y="975360"/>
            <a:chExt cx="5445760" cy="4267200"/>
          </a:xfrm>
        </p:grpSpPr>
        <p:sp>
          <p:nvSpPr>
            <p:cNvPr id="35" name="fig_cos / cell-frame-shape / 33"/>
            <p:cNvSpPr/>
            <p:nvPr/>
          </p:nvSpPr>
          <p:spPr>
            <a:xfrm>
              <a:off x="6319520" y="975360"/>
              <a:ext cx="5405120" cy="4267200"/>
            </a:xfrm>
            <a:custGeom>
              <a:avLst/>
              <a:gdLst/>
              <a:ahLst/>
              <a:cxnLst/>
              <a:rect l="l" t="t" r="r" b="b"/>
              <a:pathLst>
                <a:path w="100000" h="100000">
                  <a:moveTo>
                    <a:pt x="4135" y="0"/>
                  </a:moveTo>
                  <a:lnTo>
                    <a:pt x="95865" y="0"/>
                  </a:lnTo>
                  <a:cubicBezTo>
                    <a:pt x="98149" y="0"/>
                    <a:pt x="100000" y="2345"/>
                    <a:pt x="100000" y="5238"/>
                  </a:cubicBezTo>
                  <a:lnTo>
                    <a:pt x="100000" y="94762"/>
                  </a:lnTo>
                  <a:cubicBezTo>
                    <a:pt x="100000" y="97655"/>
                    <a:pt x="98149" y="100000"/>
                    <a:pt x="95865" y="100000"/>
                  </a:cubicBezTo>
                  <a:lnTo>
                    <a:pt x="4135" y="100000"/>
                  </a:lnTo>
                  <a:cubicBezTo>
                    <a:pt x="1851" y="100000"/>
                    <a:pt x="0" y="97655"/>
                    <a:pt x="0" y="94762"/>
                  </a:cubicBezTo>
                  <a:lnTo>
                    <a:pt x="0" y="5238"/>
                  </a:lnTo>
                  <a:cubicBezTo>
                    <a:pt x="0" y="2345"/>
                    <a:pt x="1851" y="0"/>
                    <a:pt x="4135" y="0"/>
                  </a:cubicBezTo>
                  <a:close/>
                </a:path>
              </a:pathLst>
            </a:custGeom>
            <a:solidFill>
              <a:srgbClr val="F3F6EF"/>
            </a:solidFill>
            <a:ln w="20320">
              <a:solidFill>
                <a:srgbClr val="D9E1D1"/>
              </a:solidFill>
            </a:ln>
          </p:spPr>
          <p:txBody>
            <a:bodyPr/>
            <a:lstStyle/>
            <a:p/>
          </p:txBody>
        </p:sp>
        <p:sp>
          <p:nvSpPr>
            <p:cNvPr id="36" name="fig_cos / cell-heading-line-0 / 34"/>
            <p:cNvSpPr txBox="1"/>
            <p:nvPr/>
          </p:nvSpPr>
          <p:spPr>
            <a:xfrm>
              <a:off x="6644640" y="1207008"/>
              <a:ext cx="2218944" cy="365760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/>
              <a:r>
                <a:rPr sz="1920" b="0" i="0">
                  <a:solidFill>
                    <a:srgbClr val="17384D"/>
                  </a:solidFill>
                  <a:latin typeface="Arial"/>
                </a:rPr>
                <a:t>Study group A</a:t>
              </a:r>
            </a:p>
          </p:txBody>
        </p:sp>
        <p:grpSp>
          <p:nvGrpSpPr>
            <p:cNvPr id="60" name="Figure component: cells"/>
            <p:cNvGrpSpPr/>
            <p:nvPr/>
          </p:nvGrpSpPr>
          <p:grpSpPr>
            <a:xfrm>
              <a:off x="7825244" y="1719011"/>
              <a:ext cx="2840712" cy="2556379"/>
              <a:chOff x="7825244" y="1719011"/>
              <a:chExt cx="2840712" cy="2556379"/>
            </a:xfrm>
          </p:grpSpPr>
          <p:sp>
            <p:nvSpPr>
              <p:cNvPr id="37" name="fig_cos / cells-part-0-0 / 35"/>
              <p:cNvSpPr/>
              <p:nvPr/>
            </p:nvSpPr>
            <p:spPr>
              <a:xfrm>
                <a:off x="8440514" y="1732101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8" name="fig_cos / cells-part-1-0 / 36"/>
              <p:cNvSpPr/>
              <p:nvPr/>
            </p:nvSpPr>
            <p:spPr>
              <a:xfrm>
                <a:off x="8427423" y="1719011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39" name="fig_cos / cells-part-2-0 / 37"/>
              <p:cNvSpPr/>
              <p:nvPr/>
            </p:nvSpPr>
            <p:spPr>
              <a:xfrm>
                <a:off x="8797893" y="2061991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0" name="fig_cos / cells-part-3-0 / 38"/>
              <p:cNvSpPr/>
              <p:nvPr/>
            </p:nvSpPr>
            <p:spPr>
              <a:xfrm>
                <a:off x="9225964" y="1876101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1" name="fig_cos / cells-part-4-0 / 39"/>
              <p:cNvSpPr/>
              <p:nvPr/>
            </p:nvSpPr>
            <p:spPr>
              <a:xfrm>
                <a:off x="9212873" y="1863010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2" name="fig_cos / cells-part-5-0 / 40"/>
              <p:cNvSpPr/>
              <p:nvPr/>
            </p:nvSpPr>
            <p:spPr>
              <a:xfrm>
                <a:off x="9583344" y="2205990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3" name="fig_cos / cells-part-6-0 / 41"/>
              <p:cNvSpPr/>
              <p:nvPr/>
            </p:nvSpPr>
            <p:spPr>
              <a:xfrm>
                <a:off x="7838335" y="2399734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4" name="fig_cos / cells-part-7-0 / 42"/>
              <p:cNvSpPr/>
              <p:nvPr/>
            </p:nvSpPr>
            <p:spPr>
              <a:xfrm>
                <a:off x="7825244" y="2386643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5" name="fig_cos / cells-part-8-0 / 43"/>
              <p:cNvSpPr/>
              <p:nvPr/>
            </p:nvSpPr>
            <p:spPr>
              <a:xfrm>
                <a:off x="8195715" y="2729623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6" name="fig_cos / cells-part-9-0 / 44"/>
              <p:cNvSpPr/>
              <p:nvPr/>
            </p:nvSpPr>
            <p:spPr>
              <a:xfrm>
                <a:off x="8728512" y="2439007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7" name="fig_cos / cells-part-10-0 / 45"/>
              <p:cNvSpPr/>
              <p:nvPr/>
            </p:nvSpPr>
            <p:spPr>
              <a:xfrm>
                <a:off x="8715421" y="2425916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8" name="fig_cos / cells-part-11-0 / 46"/>
              <p:cNvSpPr/>
              <p:nvPr/>
            </p:nvSpPr>
            <p:spPr>
              <a:xfrm>
                <a:off x="9085892" y="2768896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49" name="fig_cos / cells-part-12-0 / 47"/>
              <p:cNvSpPr/>
              <p:nvPr/>
            </p:nvSpPr>
            <p:spPr>
              <a:xfrm>
                <a:off x="9553235" y="2635369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F0C374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0" name="fig_cos / cells-part-13-0 / 48"/>
              <p:cNvSpPr/>
              <p:nvPr/>
            </p:nvSpPr>
            <p:spPr>
              <a:xfrm>
                <a:off x="9540144" y="2622278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1" name="fig_cos / cells-part-14-0 / 49"/>
              <p:cNvSpPr/>
              <p:nvPr/>
            </p:nvSpPr>
            <p:spPr>
              <a:xfrm>
                <a:off x="9910615" y="2965258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C6934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2" name="fig_cos / cells-part-15-0 / 50"/>
              <p:cNvSpPr/>
              <p:nvPr/>
            </p:nvSpPr>
            <p:spPr>
              <a:xfrm>
                <a:off x="8231060" y="3198275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3" name="fig_cos / cells-part-16-0 / 51"/>
              <p:cNvSpPr/>
              <p:nvPr/>
            </p:nvSpPr>
            <p:spPr>
              <a:xfrm>
                <a:off x="8217969" y="3185184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4" name="fig_cos / cells-part-17-0 / 52"/>
              <p:cNvSpPr/>
              <p:nvPr/>
            </p:nvSpPr>
            <p:spPr>
              <a:xfrm>
                <a:off x="8588440" y="3528164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5" name="fig_cos / cells-part-18-0 / 53"/>
              <p:cNvSpPr/>
              <p:nvPr/>
            </p:nvSpPr>
            <p:spPr>
              <a:xfrm>
                <a:off x="9081965" y="3250639"/>
                <a:ext cx="1099630" cy="1011660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D8EEF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6" name="fig_cos / cells-part-19-0 / 54"/>
              <p:cNvSpPr/>
              <p:nvPr/>
            </p:nvSpPr>
            <p:spPr>
              <a:xfrm>
                <a:off x="9068874" y="3237548"/>
                <a:ext cx="1125812" cy="103784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63828"/>
                      <a:pt x="95107" y="75625"/>
                      <a:pt x="85321" y="85392"/>
                    </a:cubicBezTo>
                    <a:cubicBezTo>
                      <a:pt x="75562" y="95131"/>
                      <a:pt x="63788" y="100000"/>
                      <a:pt x="50000" y="100000"/>
                    </a:cubicBezTo>
                    <a:cubicBezTo>
                      <a:pt x="36212" y="100000"/>
                      <a:pt x="24438" y="95131"/>
                      <a:pt x="14679" y="85392"/>
                    </a:cubicBezTo>
                    <a:cubicBezTo>
                      <a:pt x="4893" y="75625"/>
                      <a:pt x="0" y="63828"/>
                      <a:pt x="0" y="50000"/>
                    </a:cubicBezTo>
                    <a:cubicBezTo>
                      <a:pt x="0" y="36172"/>
                      <a:pt x="4893" y="24375"/>
                      <a:pt x="14679" y="14608"/>
                    </a:cubicBezTo>
                    <a:cubicBezTo>
                      <a:pt x="24438" y="4869"/>
                      <a:pt x="36212" y="0"/>
                      <a:pt x="50000" y="0"/>
                    </a:cubicBezTo>
                    <a:cubicBezTo>
                      <a:pt x="63788" y="0"/>
                      <a:pt x="75562" y="4869"/>
                      <a:pt x="85321" y="14608"/>
                    </a:cubicBezTo>
                    <a:cubicBezTo>
                      <a:pt x="95107" y="24375"/>
                      <a:pt x="100000" y="36172"/>
                      <a:pt x="100000" y="50000"/>
                    </a:cubicBezTo>
                    <a:close/>
                    <a:moveTo>
                      <a:pt x="97674" y="50000"/>
                    </a:moveTo>
                    <a:cubicBezTo>
                      <a:pt x="97674" y="36911"/>
                      <a:pt x="93031" y="25732"/>
                      <a:pt x="83745" y="16464"/>
                    </a:cubicBezTo>
                    <a:cubicBezTo>
                      <a:pt x="74432" y="7170"/>
                      <a:pt x="63184" y="2523"/>
                      <a:pt x="50000" y="2523"/>
                    </a:cubicBezTo>
                    <a:cubicBezTo>
                      <a:pt x="36816" y="2523"/>
                      <a:pt x="25568" y="7170"/>
                      <a:pt x="16255" y="16464"/>
                    </a:cubicBezTo>
                    <a:cubicBezTo>
                      <a:pt x="6969" y="25732"/>
                      <a:pt x="2326" y="36911"/>
                      <a:pt x="2326" y="50000"/>
                    </a:cubicBezTo>
                    <a:cubicBezTo>
                      <a:pt x="2326" y="63089"/>
                      <a:pt x="6969" y="74268"/>
                      <a:pt x="16255" y="83536"/>
                    </a:cubicBezTo>
                    <a:cubicBezTo>
                      <a:pt x="25568" y="92830"/>
                      <a:pt x="36816" y="97477"/>
                      <a:pt x="50000" y="97477"/>
                    </a:cubicBezTo>
                    <a:cubicBezTo>
                      <a:pt x="63184" y="97477"/>
                      <a:pt x="74432" y="92830"/>
                      <a:pt x="83745" y="83536"/>
                    </a:cubicBezTo>
                    <a:cubicBezTo>
                      <a:pt x="93031" y="74268"/>
                      <a:pt x="97674" y="63089"/>
                      <a:pt x="97674" y="50000"/>
                    </a:cubicBezTo>
                    <a:close/>
                  </a:path>
                </a:pathLst>
              </a:custGeom>
              <a:solidFill>
                <a:srgbClr val="88B6C5"/>
              </a:solidFill>
              <a:ln>
                <a:noFill/>
              </a:ln>
            </p:spPr>
            <p:txBody>
              <a:bodyPr/>
              <a:lstStyle/>
              <a:p/>
            </p:txBody>
          </p:sp>
          <p:sp>
            <p:nvSpPr>
              <p:cNvPr id="57" name="fig_cos / cells-part-20-0 / 55"/>
              <p:cNvSpPr/>
              <p:nvPr/>
            </p:nvSpPr>
            <p:spPr>
              <a:xfrm>
                <a:off x="9439344" y="3580528"/>
                <a:ext cx="384871" cy="351882"/>
              </a:xfrm>
              <a:custGeom>
                <a:avLst/>
                <a:gdLst/>
                <a:ahLst/>
                <a:cxnLst/>
                <a:rect l="l" t="t" r="r" b="b"/>
                <a:pathLst>
                  <a:path w="100000" h="100000">
                    <a:moveTo>
                      <a:pt x="100000" y="50000"/>
                    </a:moveTo>
                    <a:cubicBezTo>
                      <a:pt x="100000" y="77614"/>
                      <a:pt x="77614" y="100000"/>
                      <a:pt x="50000" y="100000"/>
                    </a:cubicBezTo>
                    <a:cubicBezTo>
                      <a:pt x="22386" y="100000"/>
                      <a:pt x="0" y="77614"/>
                      <a:pt x="0" y="50000"/>
                    </a:cubicBezTo>
                    <a:cubicBezTo>
                      <a:pt x="0" y="22386"/>
                      <a:pt x="22386" y="0"/>
                      <a:pt x="50000" y="0"/>
                    </a:cubicBezTo>
                    <a:cubicBezTo>
                      <a:pt x="77614" y="0"/>
                      <a:pt x="100000" y="22386"/>
                      <a:pt x="100000" y="50000"/>
                    </a:cubicBezTo>
                    <a:close/>
                  </a:path>
                </a:pathLst>
              </a:custGeom>
              <a:solidFill>
                <a:srgbClr val="AAD4E0"/>
              </a:solidFill>
              <a:ln>
                <a:noFill/>
              </a:ln>
            </p:spPr>
            <p:txBody>
              <a:bodyPr/>
              <a:lstStyle/>
              <a:p/>
            </p:txBody>
          </p:sp>
        </p:grpSp>
        <p:sp>
          <p:nvSpPr>
            <p:cNvPr id="58" name="fig_cos / cell-caption-line-0 / 56"/>
            <p:cNvSpPr txBox="1"/>
            <p:nvPr/>
          </p:nvSpPr>
          <p:spPr>
            <a:xfrm>
              <a:off x="6644640" y="4644136"/>
              <a:ext cx="5120640" cy="274320"/>
            </a:xfrm>
            <a:prstGeom prst="rect">
              <a:avLst/>
            </a:prstGeom>
            <a:noFill/>
          </p:spPr>
          <p:txBody>
            <a:bodyPr wrap="none" lIns="0" rIns="0" tIns="0" bIns="0">
              <a:spAutoFit/>
            </a:bodyPr>
            <a:lstStyle/>
            <a:p>
              <a:pPr algn="l"/>
              <a:r>
                <a:rPr sz="1440" b="0" i="0">
                  <a:solidFill>
                    <a:srgbClr val="4B6575"/>
                  </a:solidFill>
                  <a:latin typeface="Arial"/>
                </a:rPr>
                <a:t>Membranes, nuclei and a highlighted cell</a:t>
              </a:r>
            </a:p>
          </p:txBody>
        </p:sp>
      </p:grpSp>
      <p:sp>
        <p:nvSpPr>
          <p:cNvPr id="59" name="fig_cos / note-line-0 / 57"/>
          <p:cNvSpPr txBox="1"/>
          <p:nvPr/>
        </p:nvSpPr>
        <p:spPr>
          <a:xfrm>
            <a:off x="467360" y="5559044"/>
            <a:ext cx="5682488" cy="259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60" b="0" i="0">
                <a:solidFill>
                  <a:srgbClr val="667D8A"/>
                </a:solidFill>
                <a:latin typeface="Arial"/>
              </a:rPr>
              <a:t>Edit labels. Refine colors. Arrange your 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